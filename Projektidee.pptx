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1" baseline="0" cap="none" i="0" spc="36" strike="noStrike" sz="3600" u="none" kumimoji="0" normalizeH="0">
        <a:ln>
          <a:noFill/>
        </a:ln>
        <a:solidFill>
          <a:schemeClr val="accent1">
            <a:satOff val="36598"/>
            <a:lumOff val="-17227"/>
          </a:schemeClr>
        </a:solidFill>
        <a:effectLst/>
        <a:uFillTx/>
        <a:latin typeface="+mn-lt"/>
        <a:ea typeface="+mn-ea"/>
        <a:cs typeface="+mn-cs"/>
        <a:sym typeface="Avenir Next Regular"/>
      </a:defRPr>
    </a:lvl1pPr>
    <a:lvl2pPr marL="0" marR="0" indent="457200" algn="l" defTabSz="355600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1" baseline="0" cap="none" i="0" spc="36" strike="noStrike" sz="3600" u="none" kumimoji="0" normalizeH="0">
        <a:ln>
          <a:noFill/>
        </a:ln>
        <a:solidFill>
          <a:schemeClr val="accent1">
            <a:satOff val="36598"/>
            <a:lumOff val="-17227"/>
          </a:schemeClr>
        </a:solidFill>
        <a:effectLst/>
        <a:uFillTx/>
        <a:latin typeface="+mn-lt"/>
        <a:ea typeface="+mn-ea"/>
        <a:cs typeface="+mn-cs"/>
        <a:sym typeface="Avenir Next Regular"/>
      </a:defRPr>
    </a:lvl2pPr>
    <a:lvl3pPr marL="0" marR="0" indent="914400" algn="l" defTabSz="355600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1" baseline="0" cap="none" i="0" spc="36" strike="noStrike" sz="3600" u="none" kumimoji="0" normalizeH="0">
        <a:ln>
          <a:noFill/>
        </a:ln>
        <a:solidFill>
          <a:schemeClr val="accent1">
            <a:satOff val="36598"/>
            <a:lumOff val="-17227"/>
          </a:schemeClr>
        </a:solidFill>
        <a:effectLst/>
        <a:uFillTx/>
        <a:latin typeface="+mn-lt"/>
        <a:ea typeface="+mn-ea"/>
        <a:cs typeface="+mn-cs"/>
        <a:sym typeface="Avenir Next Regular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1" baseline="0" cap="none" i="0" spc="36" strike="noStrike" sz="3600" u="none" kumimoji="0" normalizeH="0">
        <a:ln>
          <a:noFill/>
        </a:ln>
        <a:solidFill>
          <a:schemeClr val="accent1">
            <a:satOff val="36598"/>
            <a:lumOff val="-17227"/>
          </a:schemeClr>
        </a:solidFill>
        <a:effectLst/>
        <a:uFillTx/>
        <a:latin typeface="+mn-lt"/>
        <a:ea typeface="+mn-ea"/>
        <a:cs typeface="+mn-cs"/>
        <a:sym typeface="Avenir Next Regular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1" baseline="0" cap="none" i="0" spc="36" strike="noStrike" sz="3600" u="none" kumimoji="0" normalizeH="0">
        <a:ln>
          <a:noFill/>
        </a:ln>
        <a:solidFill>
          <a:schemeClr val="accent1">
            <a:satOff val="36598"/>
            <a:lumOff val="-17227"/>
          </a:schemeClr>
        </a:solidFill>
        <a:effectLst/>
        <a:uFillTx/>
        <a:latin typeface="+mn-lt"/>
        <a:ea typeface="+mn-ea"/>
        <a:cs typeface="+mn-cs"/>
        <a:sym typeface="Avenir Next Regular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1" baseline="0" cap="none" i="0" spc="36" strike="noStrike" sz="3600" u="none" kumimoji="0" normalizeH="0">
        <a:ln>
          <a:noFill/>
        </a:ln>
        <a:solidFill>
          <a:schemeClr val="accent1">
            <a:satOff val="36598"/>
            <a:lumOff val="-17227"/>
          </a:schemeClr>
        </a:solidFill>
        <a:effectLst/>
        <a:uFillTx/>
        <a:latin typeface="+mn-lt"/>
        <a:ea typeface="+mn-ea"/>
        <a:cs typeface="+mn-cs"/>
        <a:sym typeface="Avenir Next Regular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1" baseline="0" cap="none" i="0" spc="36" strike="noStrike" sz="3600" u="none" kumimoji="0" normalizeH="0">
        <a:ln>
          <a:noFill/>
        </a:ln>
        <a:solidFill>
          <a:schemeClr val="accent1">
            <a:satOff val="36598"/>
            <a:lumOff val="-17227"/>
          </a:schemeClr>
        </a:solidFill>
        <a:effectLst/>
        <a:uFillTx/>
        <a:latin typeface="+mn-lt"/>
        <a:ea typeface="+mn-ea"/>
        <a:cs typeface="+mn-cs"/>
        <a:sym typeface="Avenir Next Regular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1" baseline="0" cap="none" i="0" spc="36" strike="noStrike" sz="3600" u="none" kumimoji="0" normalizeH="0">
        <a:ln>
          <a:noFill/>
        </a:ln>
        <a:solidFill>
          <a:schemeClr val="accent1">
            <a:satOff val="36598"/>
            <a:lumOff val="-17227"/>
          </a:schemeClr>
        </a:solidFill>
        <a:effectLst/>
        <a:uFillTx/>
        <a:latin typeface="+mn-lt"/>
        <a:ea typeface="+mn-ea"/>
        <a:cs typeface="+mn-cs"/>
        <a:sym typeface="Avenir Next Regular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300"/>
      </a:spcBef>
      <a:spcAft>
        <a:spcPts val="0"/>
      </a:spcAft>
      <a:buClrTx/>
      <a:buSzTx/>
      <a:buFontTx/>
      <a:buNone/>
      <a:tabLst/>
      <a:defRPr b="1" baseline="0" cap="none" i="0" spc="36" strike="noStrike" sz="3600" u="none" kumimoji="0" normalizeH="0">
        <a:ln>
          <a:noFill/>
        </a:ln>
        <a:solidFill>
          <a:schemeClr val="accent1">
            <a:satOff val="36598"/>
            <a:lumOff val="-17227"/>
          </a:schemeClr>
        </a:solidFill>
        <a:effectLst/>
        <a:uFillTx/>
        <a:latin typeface="+mn-lt"/>
        <a:ea typeface="+mn-ea"/>
        <a:cs typeface="+mn-cs"/>
        <a:sym typeface="Avenir N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E5E5E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5E5E5E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5E5E5E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E5E5E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5E5E5E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84F64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5E5E5E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84F64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solidFill>
                <a:srgbClr val="084F64"/>
              </a:solidFill>
              <a:prstDash val="solid"/>
              <a:miter lim="400000"/>
            </a:ln>
          </a:left>
          <a:right>
            <a:ln w="12700" cap="flat">
              <a:solidFill>
                <a:srgbClr val="084F64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84F64"/>
              </a:solidFill>
              <a:prstDash val="solid"/>
              <a:miter lim="400000"/>
            </a:ln>
          </a:bottom>
          <a:insideH>
            <a:ln w="12700" cap="flat">
              <a:solidFill>
                <a:srgbClr val="084F64"/>
              </a:solidFill>
              <a:prstDash val="solid"/>
              <a:miter lim="400000"/>
            </a:ln>
          </a:insideH>
          <a:insideV>
            <a:ln w="12700" cap="flat">
              <a:solidFill>
                <a:srgbClr val="084F64"/>
              </a:solidFill>
              <a:prstDash val="solid"/>
              <a:miter lim="400000"/>
            </a:ln>
          </a:insideV>
        </a:tcBdr>
        <a:fill>
          <a:solidFill>
            <a:schemeClr val="accent1">
              <a:satOff val="3942"/>
              <a:lumOff val="17322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6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0EAF0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chemeClr val="accent6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84F64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chemeClr val="accent6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84F64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chemeClr val="accent6"/>
        </a:fontRef>
        <a:schemeClr val="accent6"/>
      </a:tcTxStyle>
      <a:tcStyle>
        <a:tcBdr>
          <a:left>
            <a:ln w="12700" cap="flat">
              <a:solidFill>
                <a:srgbClr val="084F64"/>
              </a:solidFill>
              <a:prstDash val="solid"/>
              <a:miter lim="400000"/>
            </a:ln>
          </a:left>
          <a:right>
            <a:ln w="12700" cap="flat">
              <a:solidFill>
                <a:srgbClr val="084F64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84F64"/>
              </a:solidFill>
              <a:prstDash val="solid"/>
              <a:miter lim="400000"/>
            </a:ln>
          </a:bottom>
          <a:insideH>
            <a:ln w="12700" cap="flat">
              <a:solidFill>
                <a:srgbClr val="084F64"/>
              </a:solidFill>
              <a:prstDash val="solid"/>
              <a:miter lim="400000"/>
            </a:ln>
          </a:insideH>
          <a:insideV>
            <a:ln w="12700" cap="flat">
              <a:solidFill>
                <a:srgbClr val="084F64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35454"/>
              <a:satOff val="2115"/>
              <a:lumOff val="45487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2E4E61"/>
      </a:tcTxStyle>
      <a:tcStyle>
        <a:tcBdr>
          <a:left>
            <a:ln w="12700" cap="flat">
              <a:solidFill>
                <a:srgbClr val="3D3E3E"/>
              </a:solidFill>
              <a:prstDash val="solid"/>
              <a:miter lim="400000"/>
            </a:ln>
          </a:left>
          <a:right>
            <a:ln w="12700" cap="flat">
              <a:solidFill>
                <a:srgbClr val="3D3E3E"/>
              </a:solidFill>
              <a:prstDash val="solid"/>
              <a:miter lim="400000"/>
            </a:ln>
          </a:right>
          <a:top>
            <a:ln w="12700" cap="flat">
              <a:solidFill>
                <a:srgbClr val="3D3E3E"/>
              </a:solidFill>
              <a:prstDash val="solid"/>
              <a:miter lim="400000"/>
            </a:ln>
          </a:top>
          <a:bottom>
            <a:ln w="12700" cap="flat">
              <a:solidFill>
                <a:srgbClr val="3D3E3E"/>
              </a:solidFill>
              <a:prstDash val="solid"/>
              <a:miter lim="400000"/>
            </a:ln>
          </a:bottom>
          <a:insideH>
            <a:ln w="12700" cap="flat">
              <a:solidFill>
                <a:srgbClr val="3D3E3E"/>
              </a:solidFill>
              <a:prstDash val="solid"/>
              <a:miter lim="400000"/>
            </a:ln>
          </a:insideH>
          <a:insideV>
            <a:ln w="12700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BEBEB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2E4E61"/>
      </a:tcTxStyle>
      <a:tcStyle>
        <a:tcBdr>
          <a:left>
            <a:ln w="12700" cap="flat">
              <a:solidFill>
                <a:srgbClr val="3D3E3E"/>
              </a:solidFill>
              <a:prstDash val="solid"/>
              <a:miter lim="400000"/>
            </a:ln>
          </a:left>
          <a:right>
            <a:ln w="25400" cap="flat">
              <a:solidFill>
                <a:srgbClr val="3D3E3E"/>
              </a:solidFill>
              <a:prstDash val="solid"/>
              <a:miter lim="400000"/>
            </a:ln>
          </a:right>
          <a:top>
            <a:ln w="12700" cap="flat">
              <a:solidFill>
                <a:srgbClr val="3D3E3E"/>
              </a:solidFill>
              <a:prstDash val="solid"/>
              <a:miter lim="400000"/>
            </a:ln>
          </a:top>
          <a:bottom>
            <a:ln w="12700" cap="flat">
              <a:solidFill>
                <a:srgbClr val="3D3E3E"/>
              </a:solidFill>
              <a:prstDash val="solid"/>
              <a:miter lim="400000"/>
            </a:ln>
          </a:bottom>
          <a:insideH>
            <a:ln w="12700" cap="flat">
              <a:solidFill>
                <a:srgbClr val="3D3E3E"/>
              </a:solidFill>
              <a:prstDash val="solid"/>
              <a:miter lim="400000"/>
            </a:ln>
          </a:insideH>
          <a:insideV>
            <a:ln w="12700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solidFill>
            <a:srgbClr val="DBE6A5"/>
          </a:solidFill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2E4E61"/>
      </a:tcTxStyle>
      <a:tcStyle>
        <a:tcBdr>
          <a:left>
            <a:ln w="12700" cap="flat">
              <a:solidFill>
                <a:srgbClr val="3D3E3E"/>
              </a:solidFill>
              <a:prstDash val="solid"/>
              <a:miter lim="400000"/>
            </a:ln>
          </a:left>
          <a:right>
            <a:ln w="12700" cap="flat">
              <a:solidFill>
                <a:srgbClr val="3D3E3E"/>
              </a:solidFill>
              <a:prstDash val="solid"/>
              <a:miter lim="400000"/>
            </a:ln>
          </a:right>
          <a:top>
            <a:ln w="25400" cap="flat">
              <a:solidFill>
                <a:srgbClr val="3D3E3E"/>
              </a:solidFill>
              <a:prstDash val="solid"/>
              <a:miter lim="400000"/>
            </a:ln>
          </a:top>
          <a:bottom>
            <a:ln w="12700" cap="flat">
              <a:solidFill>
                <a:srgbClr val="3D3E3E"/>
              </a:solidFill>
              <a:prstDash val="solid"/>
              <a:miter lim="400000"/>
            </a:ln>
          </a:bottom>
          <a:insideH>
            <a:ln w="12700" cap="flat">
              <a:solidFill>
                <a:srgbClr val="3D3E3E"/>
              </a:solidFill>
              <a:prstDash val="solid"/>
              <a:miter lim="400000"/>
            </a:ln>
          </a:insideH>
          <a:insideV>
            <a:ln w="12700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venir Next Medium"/>
          <a:ea typeface="Avenir Next Medium"/>
          <a:cs typeface="Avenir Next Medium"/>
        </a:font>
        <a:srgbClr val="2E4E61"/>
      </a:tcTxStyle>
      <a:tcStyle>
        <a:tcBdr>
          <a:left>
            <a:ln w="12700" cap="flat">
              <a:solidFill>
                <a:srgbClr val="3D3E3E"/>
              </a:solidFill>
              <a:prstDash val="solid"/>
              <a:miter lim="400000"/>
            </a:ln>
          </a:left>
          <a:right>
            <a:ln w="12700" cap="flat">
              <a:solidFill>
                <a:srgbClr val="3D3E3E"/>
              </a:solidFill>
              <a:prstDash val="solid"/>
              <a:miter lim="400000"/>
            </a:ln>
          </a:right>
          <a:top>
            <a:ln w="12700" cap="flat">
              <a:solidFill>
                <a:srgbClr val="3D3E3E"/>
              </a:solidFill>
              <a:prstDash val="solid"/>
              <a:miter lim="400000"/>
            </a:ln>
          </a:top>
          <a:bottom>
            <a:ln w="25400" cap="flat">
              <a:solidFill>
                <a:srgbClr val="3D3E3E"/>
              </a:solidFill>
              <a:prstDash val="solid"/>
              <a:miter lim="400000"/>
            </a:ln>
          </a:bottom>
          <a:insideH>
            <a:ln w="12700" cap="flat">
              <a:solidFill>
                <a:srgbClr val="3D3E3E"/>
              </a:solidFill>
              <a:prstDash val="solid"/>
              <a:miter lim="400000"/>
            </a:ln>
          </a:insideH>
          <a:insideV>
            <a:ln w="12700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solidFill>
            <a:srgbClr val="DBE6A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5E5E5E"/>
      </a:tcTxStyle>
      <a:tcStyle>
        <a:tcBdr>
          <a:left>
            <a:ln w="12700" cap="flat">
              <a:solidFill>
                <a:srgbClr val="5C526A"/>
              </a:solidFill>
              <a:prstDash val="solid"/>
              <a:miter lim="400000"/>
            </a:ln>
          </a:left>
          <a:right>
            <a:ln w="254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CB5B2"/>
          </a:solidFill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C526A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solidFill>
                <a:srgbClr val="3B3B3B"/>
              </a:solidFill>
              <a:prstDash val="solid"/>
              <a:miter lim="400000"/>
            </a:ln>
          </a:left>
          <a:right>
            <a:ln w="12700" cap="flat">
              <a:solidFill>
                <a:srgbClr val="3B3B3B"/>
              </a:solidFill>
              <a:prstDash val="solid"/>
              <a:miter lim="400000"/>
            </a:ln>
          </a:right>
          <a:top>
            <a:ln w="12700" cap="flat">
              <a:solidFill>
                <a:srgbClr val="5C526A"/>
              </a:solidFill>
              <a:prstDash val="solid"/>
              <a:miter lim="400000"/>
            </a:ln>
          </a:top>
          <a:bottom>
            <a:ln w="25400" cap="flat">
              <a:solidFill>
                <a:srgbClr val="3B3B3B"/>
              </a:solidFill>
              <a:prstDash val="solid"/>
              <a:miter lim="400000"/>
            </a:ln>
          </a:bottom>
          <a:insideH>
            <a:ln w="12700" cap="flat">
              <a:solidFill>
                <a:srgbClr val="3B3B3B"/>
              </a:solidFill>
              <a:prstDash val="solid"/>
              <a:miter lim="400000"/>
            </a:ln>
          </a:insideH>
          <a:insideV>
            <a:ln w="12700" cap="flat">
              <a:solidFill>
                <a:srgbClr val="3B3B3B"/>
              </a:solidFill>
              <a:prstDash val="solid"/>
              <a:miter lim="400000"/>
            </a:ln>
          </a:insideV>
        </a:tcBdr>
        <a:fill>
          <a:solidFill>
            <a:srgbClr val="C16E6A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CDCECC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D2F24"/>
          </a:solidFill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Shape 20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hema"/>
          <p:cNvSpPr txBox="1"/>
          <p:nvPr>
            <p:ph type="body" sz="quarter" idx="21" hasCustomPrompt="1"/>
          </p:nvPr>
        </p:nvSpPr>
        <p:spPr>
          <a:xfrm>
            <a:off x="1181100" y="12364718"/>
            <a:ext cx="4965700" cy="467107"/>
          </a:xfrm>
          <a:prstGeom prst="rect">
            <a:avLst/>
          </a:prstGeom>
        </p:spPr>
        <p:txBody>
          <a:bodyPr anchor="t"/>
          <a:lstStyle>
            <a:lvl1pPr defTabSz="566674">
              <a:defRPr b="0" cap="all" spc="85" sz="2134"/>
            </a:lvl1pPr>
          </a:lstStyle>
          <a:p>
            <a:pPr/>
            <a:r>
              <a:t>Thema</a:t>
            </a:r>
          </a:p>
        </p:txBody>
      </p:sp>
      <p:sp>
        <p:nvSpPr>
          <p:cNvPr id="16" name="Ort"/>
          <p:cNvSpPr txBox="1"/>
          <p:nvPr>
            <p:ph type="body" sz="quarter" idx="22" hasCustomPrompt="1"/>
          </p:nvPr>
        </p:nvSpPr>
        <p:spPr>
          <a:xfrm>
            <a:off x="18237200" y="12364718"/>
            <a:ext cx="4965700" cy="467107"/>
          </a:xfrm>
          <a:prstGeom prst="rect">
            <a:avLst/>
          </a:prstGeom>
        </p:spPr>
        <p:txBody>
          <a:bodyPr anchor="t"/>
          <a:lstStyle>
            <a:lvl1pPr defTabSz="566674">
              <a:defRPr b="0" cap="all" spc="85" sz="2134"/>
            </a:lvl1pPr>
          </a:lstStyle>
          <a:p>
            <a:pPr/>
            <a:r>
              <a:t>Ort</a:t>
            </a:r>
          </a:p>
        </p:txBody>
      </p:sp>
      <p:sp>
        <p:nvSpPr>
          <p:cNvPr id="17" name="Autor:in und Datum"/>
          <p:cNvSpPr txBox="1"/>
          <p:nvPr>
            <p:ph type="body" sz="quarter" idx="23" hasCustomPrompt="1"/>
          </p:nvPr>
        </p:nvSpPr>
        <p:spPr>
          <a:xfrm>
            <a:off x="6946900" y="12233909"/>
            <a:ext cx="10490200" cy="706629"/>
          </a:xfrm>
          <a:prstGeom prst="rect">
            <a:avLst/>
          </a:prstGeom>
        </p:spPr>
        <p:txBody>
          <a:bodyPr anchor="t"/>
          <a:lstStyle>
            <a:lvl1pPr defTabSz="572516">
              <a:defRPr spc="105" sz="3528"/>
            </a:lvl1pPr>
          </a:lstStyle>
          <a:p>
            <a:pPr/>
            <a:r>
              <a:t>Autor:in und Datum</a:t>
            </a:r>
          </a:p>
        </p:txBody>
      </p:sp>
      <p:sp>
        <p:nvSpPr>
          <p:cNvPr id="18" name="Titel der Präsentation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 der Präsentation</a:t>
            </a:r>
          </a:p>
        </p:txBody>
      </p:sp>
      <p:sp>
        <p:nvSpPr>
          <p:cNvPr id="19" name="Textebene 1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&amp; 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ihe mit sieben kleinen Retro-Uhren auf einem grünen Regal vor gelbem Hintergrund"/>
          <p:cNvSpPr/>
          <p:nvPr>
            <p:ph type="pic" idx="21"/>
          </p:nvPr>
        </p:nvSpPr>
        <p:spPr>
          <a:xfrm>
            <a:off x="0" y="-2757142"/>
            <a:ext cx="24384000" cy="1923028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8" name="Thema"/>
          <p:cNvSpPr txBox="1"/>
          <p:nvPr>
            <p:ph type="body" sz="quarter" idx="22" hasCustomPrompt="1"/>
          </p:nvPr>
        </p:nvSpPr>
        <p:spPr>
          <a:xfrm>
            <a:off x="1181100" y="12364718"/>
            <a:ext cx="4965700" cy="467107"/>
          </a:xfrm>
          <a:prstGeom prst="rect">
            <a:avLst/>
          </a:prstGeom>
        </p:spPr>
        <p:txBody>
          <a:bodyPr anchor="t"/>
          <a:lstStyle>
            <a:lvl1pPr defTabSz="566674">
              <a:defRPr b="0" cap="all" spc="85" sz="2134">
                <a:solidFill>
                  <a:srgbClr val="FFFFFF"/>
                </a:solidFill>
              </a:defRPr>
            </a:lvl1pPr>
          </a:lstStyle>
          <a:p>
            <a:pPr/>
            <a:r>
              <a:t>Thema</a:t>
            </a:r>
          </a:p>
        </p:txBody>
      </p:sp>
      <p:sp>
        <p:nvSpPr>
          <p:cNvPr id="29" name="Ort"/>
          <p:cNvSpPr txBox="1"/>
          <p:nvPr>
            <p:ph type="body" sz="quarter" idx="23" hasCustomPrompt="1"/>
          </p:nvPr>
        </p:nvSpPr>
        <p:spPr>
          <a:xfrm>
            <a:off x="18237200" y="12364718"/>
            <a:ext cx="4965700" cy="467107"/>
          </a:xfrm>
          <a:prstGeom prst="rect">
            <a:avLst/>
          </a:prstGeom>
        </p:spPr>
        <p:txBody>
          <a:bodyPr anchor="t"/>
          <a:lstStyle>
            <a:lvl1pPr defTabSz="566674">
              <a:defRPr b="0" cap="all" spc="85" sz="2134">
                <a:solidFill>
                  <a:srgbClr val="FFFFFF"/>
                </a:solidFill>
              </a:defRPr>
            </a:lvl1pPr>
          </a:lstStyle>
          <a:p>
            <a:pPr/>
            <a:r>
              <a:t>Ort</a:t>
            </a:r>
          </a:p>
        </p:txBody>
      </p:sp>
      <p:sp>
        <p:nvSpPr>
          <p:cNvPr id="30" name="Autor:in und Datum"/>
          <p:cNvSpPr txBox="1"/>
          <p:nvPr>
            <p:ph type="body" sz="quarter" idx="24" hasCustomPrompt="1"/>
          </p:nvPr>
        </p:nvSpPr>
        <p:spPr>
          <a:xfrm>
            <a:off x="6946900" y="12233909"/>
            <a:ext cx="10490200" cy="706629"/>
          </a:xfrm>
          <a:prstGeom prst="rect">
            <a:avLst/>
          </a:prstGeom>
        </p:spPr>
        <p:txBody>
          <a:bodyPr anchor="t"/>
          <a:lstStyle>
            <a:lvl1pPr defTabSz="572516">
              <a:defRPr spc="105" sz="3528">
                <a:solidFill>
                  <a:srgbClr val="FFFFFF"/>
                </a:solidFill>
              </a:defRPr>
            </a:lvl1pPr>
          </a:lstStyle>
          <a:p>
            <a:pPr/>
            <a:r>
              <a:t>Autor:in und Datum</a:t>
            </a:r>
          </a:p>
        </p:txBody>
      </p:sp>
      <p:sp>
        <p:nvSpPr>
          <p:cNvPr id="31" name="Linien"/>
          <p:cNvSpPr/>
          <p:nvPr/>
        </p:nvSpPr>
        <p:spPr>
          <a:xfrm>
            <a:off x="766879" y="12060766"/>
            <a:ext cx="22850240" cy="1"/>
          </a:xfrm>
          <a:prstGeom prst="line">
            <a:avLst/>
          </a:pr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32" name="Linien"/>
          <p:cNvSpPr/>
          <p:nvPr/>
        </p:nvSpPr>
        <p:spPr>
          <a:xfrm flipV="1">
            <a:off x="6527799" y="12034558"/>
            <a:ext cx="1" cy="1114983"/>
          </a:xfrm>
          <a:prstGeom prst="line">
            <a:avLst/>
          </a:pr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33" name="Linien"/>
          <p:cNvSpPr/>
          <p:nvPr/>
        </p:nvSpPr>
        <p:spPr>
          <a:xfrm flipV="1">
            <a:off x="17856201" y="12034558"/>
            <a:ext cx="1" cy="1114983"/>
          </a:xfrm>
          <a:prstGeom prst="line">
            <a:avLst/>
          </a:pr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34" name="Linien"/>
          <p:cNvSpPr/>
          <p:nvPr/>
        </p:nvSpPr>
        <p:spPr>
          <a:xfrm>
            <a:off x="766879" y="952500"/>
            <a:ext cx="22850242" cy="1"/>
          </a:xfrm>
          <a:prstGeom prst="line">
            <a:avLst/>
          </a:pr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35" name="Textebene 1…"/>
          <p:cNvSpPr txBox="1"/>
          <p:nvPr>
            <p:ph type="body" sz="quarter" idx="1" hasCustomPrompt="1"/>
          </p:nvPr>
        </p:nvSpPr>
        <p:spPr>
          <a:xfrm>
            <a:off x="2082800" y="3492500"/>
            <a:ext cx="20205700" cy="161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6" name="Titel der Präsentation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 der Präsentation</a:t>
            </a:r>
          </a:p>
        </p:txBody>
      </p:sp>
      <p:sp>
        <p:nvSpPr>
          <p:cNvPr id="3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&amp; Foto 2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ebene 1…"/>
          <p:cNvSpPr txBox="1"/>
          <p:nvPr>
            <p:ph type="body" sz="quarter" idx="1" hasCustomPrompt="1"/>
          </p:nvPr>
        </p:nvSpPr>
        <p:spPr>
          <a:xfrm>
            <a:off x="1270000" y="8015916"/>
            <a:ext cx="11785600" cy="3848101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8AACB9"/>
                </a:solidFill>
              </a:defRPr>
            </a:lvl1pPr>
            <a:lvl2pPr>
              <a:defRPr>
                <a:solidFill>
                  <a:srgbClr val="8AACB9"/>
                </a:solidFill>
              </a:defRPr>
            </a:lvl2pPr>
            <a:lvl3pPr>
              <a:defRPr>
                <a:solidFill>
                  <a:srgbClr val="8AACB9"/>
                </a:solidFill>
              </a:defRPr>
            </a:lvl3pPr>
            <a:lvl4pPr>
              <a:defRPr>
                <a:solidFill>
                  <a:srgbClr val="8AACB9"/>
                </a:solidFill>
              </a:defRPr>
            </a:lvl4pPr>
            <a:lvl5pPr>
              <a:defRPr>
                <a:solidFill>
                  <a:srgbClr val="8AACB9"/>
                </a:solidFill>
              </a:defRPr>
            </a:lvl5pPr>
          </a:lstStyle>
          <a:p>
            <a:pPr/>
            <a:r>
              <a:t>Folien-Untertitel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Folientitel"/>
          <p:cNvSpPr txBox="1"/>
          <p:nvPr>
            <p:ph type="title" hasCustomPrompt="1"/>
          </p:nvPr>
        </p:nvSpPr>
        <p:spPr>
          <a:xfrm>
            <a:off x="1270000" y="4925417"/>
            <a:ext cx="11785600" cy="2933701"/>
          </a:xfrm>
          <a:prstGeom prst="rect">
            <a:avLst/>
          </a:prstGeom>
        </p:spPr>
        <p:txBody>
          <a:bodyPr anchor="b"/>
          <a:lstStyle>
            <a:lvl1pPr>
              <a:defRPr spc="270" sz="9000">
                <a:solidFill>
                  <a:schemeClr val="accent6"/>
                </a:solidFill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46" name="Rosafarbene Schreibmaschine auf einer rosafarbenen Kommode mit drei Schubladen vor einer rosafarbenen Wand"/>
          <p:cNvSpPr/>
          <p:nvPr>
            <p:ph type="pic" idx="21"/>
          </p:nvPr>
        </p:nvSpPr>
        <p:spPr>
          <a:xfrm>
            <a:off x="12801600" y="1895696"/>
            <a:ext cx="17642204" cy="9924608"/>
          </a:xfrm>
          <a:prstGeom prst="rect">
            <a:avLst/>
          </a:prstGeom>
          <a:ln w="1143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7" name="Linien"/>
          <p:cNvSpPr/>
          <p:nvPr/>
        </p:nvSpPr>
        <p:spPr>
          <a:xfrm>
            <a:off x="757217" y="12603828"/>
            <a:ext cx="22862943" cy="1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48" name="Linien"/>
          <p:cNvSpPr/>
          <p:nvPr/>
        </p:nvSpPr>
        <p:spPr>
          <a:xfrm flipV="1">
            <a:off x="762000" y="952499"/>
            <a:ext cx="22860003" cy="2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49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&amp; Punkte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ebene 1…"/>
          <p:cNvSpPr txBox="1"/>
          <p:nvPr>
            <p:ph type="body" sz="half" idx="1" hasCustomPrompt="1"/>
          </p:nvPr>
        </p:nvSpPr>
        <p:spPr>
          <a:xfrm>
            <a:off x="2082800" y="4195233"/>
            <a:ext cx="20207127" cy="6282059"/>
          </a:xfrm>
          <a:prstGeom prst="rect">
            <a:avLst/>
          </a:prstGeom>
        </p:spPr>
        <p:txBody>
          <a:bodyPr anchor="t"/>
          <a:lstStyle>
            <a:lvl1pPr marL="63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1270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190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2540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317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7" name="Linien"/>
          <p:cNvSpPr/>
          <p:nvPr/>
        </p:nvSpPr>
        <p:spPr>
          <a:xfrm>
            <a:off x="766879" y="952500"/>
            <a:ext cx="22850242" cy="1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58" name="Linien"/>
          <p:cNvSpPr/>
          <p:nvPr/>
        </p:nvSpPr>
        <p:spPr>
          <a:xfrm>
            <a:off x="757217" y="12603828"/>
            <a:ext cx="22862943" cy="1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59" name="Folientitel"/>
          <p:cNvSpPr txBox="1"/>
          <p:nvPr>
            <p:ph type="title" hasCustomPrompt="1"/>
          </p:nvPr>
        </p:nvSpPr>
        <p:spPr>
          <a:xfrm>
            <a:off x="2088436" y="1282700"/>
            <a:ext cx="20207128" cy="1649711"/>
          </a:xfrm>
          <a:prstGeom prst="rect">
            <a:avLst/>
          </a:prstGeom>
        </p:spPr>
        <p:txBody>
          <a:bodyPr/>
          <a:lstStyle>
            <a:lvl1pPr>
              <a:defRPr spc="270" sz="9000">
                <a:solidFill>
                  <a:schemeClr val="accent6"/>
                </a:solidFill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60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unkte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ebene 1…"/>
          <p:cNvSpPr txBox="1"/>
          <p:nvPr>
            <p:ph type="body" sz="half" idx="1" hasCustomPrompt="1"/>
          </p:nvPr>
        </p:nvSpPr>
        <p:spPr>
          <a:xfrm>
            <a:off x="2082800" y="4195233"/>
            <a:ext cx="20207127" cy="6282059"/>
          </a:xfrm>
          <a:prstGeom prst="rect">
            <a:avLst/>
          </a:prstGeom>
        </p:spPr>
        <p:txBody>
          <a:bodyPr numCol="2" spcCol="1289181" anchor="t"/>
          <a:lstStyle>
            <a:lvl1pPr marL="63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1270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190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2540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317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8" name="Linien"/>
          <p:cNvSpPr/>
          <p:nvPr/>
        </p:nvSpPr>
        <p:spPr>
          <a:xfrm>
            <a:off x="766879" y="952500"/>
            <a:ext cx="22850242" cy="1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69" name="Linien"/>
          <p:cNvSpPr/>
          <p:nvPr/>
        </p:nvSpPr>
        <p:spPr>
          <a:xfrm>
            <a:off x="757217" y="12603828"/>
            <a:ext cx="22862943" cy="1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70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, Punkte &amp; Foto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olientitel"/>
          <p:cNvSpPr txBox="1"/>
          <p:nvPr>
            <p:ph type="title" hasCustomPrompt="1"/>
          </p:nvPr>
        </p:nvSpPr>
        <p:spPr>
          <a:xfrm>
            <a:off x="1270000" y="1851223"/>
            <a:ext cx="11785600" cy="4084936"/>
          </a:xfrm>
          <a:prstGeom prst="rect">
            <a:avLst/>
          </a:prstGeom>
        </p:spPr>
        <p:txBody>
          <a:bodyPr anchor="b"/>
          <a:lstStyle>
            <a:lvl1pPr>
              <a:defRPr spc="270" sz="9000">
                <a:solidFill>
                  <a:schemeClr val="accent6"/>
                </a:solidFill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78" name="Textebene 1…"/>
          <p:cNvSpPr txBox="1"/>
          <p:nvPr>
            <p:ph type="body" sz="quarter" idx="1" hasCustomPrompt="1"/>
          </p:nvPr>
        </p:nvSpPr>
        <p:spPr>
          <a:xfrm>
            <a:off x="2088435" y="6720284"/>
            <a:ext cx="10972801" cy="5467169"/>
          </a:xfrm>
          <a:prstGeom prst="rect">
            <a:avLst/>
          </a:prstGeom>
        </p:spPr>
        <p:txBody>
          <a:bodyPr anchor="t"/>
          <a:lstStyle>
            <a:lvl1pPr marL="63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1270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190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2540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317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9" name="Retro-Fernseher vor einer gelb gemusterten Tapete"/>
          <p:cNvSpPr/>
          <p:nvPr>
            <p:ph type="pic" idx="21"/>
          </p:nvPr>
        </p:nvSpPr>
        <p:spPr>
          <a:xfrm>
            <a:off x="12661900" y="-2501900"/>
            <a:ext cx="11077576" cy="14770100"/>
          </a:xfrm>
          <a:prstGeom prst="rect">
            <a:avLst/>
          </a:prstGeom>
          <a:ln w="1143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0" name="Linien"/>
          <p:cNvSpPr/>
          <p:nvPr/>
        </p:nvSpPr>
        <p:spPr>
          <a:xfrm flipV="1">
            <a:off x="762000" y="952499"/>
            <a:ext cx="22860003" cy="2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81" name="Linien"/>
          <p:cNvSpPr/>
          <p:nvPr/>
        </p:nvSpPr>
        <p:spPr>
          <a:xfrm>
            <a:off x="762000" y="12598400"/>
            <a:ext cx="22860001" cy="0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82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, Punkte &amp; Livevideo – klein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olientitel"/>
          <p:cNvSpPr txBox="1"/>
          <p:nvPr>
            <p:ph type="title" hasCustomPrompt="1"/>
          </p:nvPr>
        </p:nvSpPr>
        <p:spPr>
          <a:xfrm>
            <a:off x="1270000" y="1851223"/>
            <a:ext cx="11785600" cy="4084936"/>
          </a:xfrm>
          <a:prstGeom prst="rect">
            <a:avLst/>
          </a:prstGeom>
        </p:spPr>
        <p:txBody>
          <a:bodyPr anchor="b"/>
          <a:lstStyle>
            <a:lvl1pPr>
              <a:defRPr spc="270" sz="9000">
                <a:solidFill>
                  <a:schemeClr val="accent6"/>
                </a:solidFill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90" name="Textebene 1…"/>
          <p:cNvSpPr txBox="1"/>
          <p:nvPr>
            <p:ph type="body" sz="quarter" idx="1" hasCustomPrompt="1"/>
          </p:nvPr>
        </p:nvSpPr>
        <p:spPr>
          <a:xfrm>
            <a:off x="2088435" y="6720284"/>
            <a:ext cx="10972801" cy="5467169"/>
          </a:xfrm>
          <a:prstGeom prst="rect">
            <a:avLst/>
          </a:prstGeom>
        </p:spPr>
        <p:txBody>
          <a:bodyPr anchor="t"/>
          <a:lstStyle>
            <a:lvl1pPr marL="63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1270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190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2540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317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Linien"/>
          <p:cNvSpPr/>
          <p:nvPr/>
        </p:nvSpPr>
        <p:spPr>
          <a:xfrm flipV="1">
            <a:off x="762000" y="952499"/>
            <a:ext cx="22860003" cy="2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92" name="Linien"/>
          <p:cNvSpPr/>
          <p:nvPr/>
        </p:nvSpPr>
        <p:spPr>
          <a:xfrm>
            <a:off x="762000" y="12598400"/>
            <a:ext cx="22860001" cy="0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93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, Punkte &amp; Livevideo – groß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lientitel"/>
          <p:cNvSpPr txBox="1"/>
          <p:nvPr>
            <p:ph type="title" hasCustomPrompt="1"/>
          </p:nvPr>
        </p:nvSpPr>
        <p:spPr>
          <a:xfrm>
            <a:off x="1270000" y="1851223"/>
            <a:ext cx="11785600" cy="4084936"/>
          </a:xfrm>
          <a:prstGeom prst="rect">
            <a:avLst/>
          </a:prstGeom>
        </p:spPr>
        <p:txBody>
          <a:bodyPr anchor="b"/>
          <a:lstStyle>
            <a:lvl1pPr>
              <a:defRPr spc="270" sz="9000">
                <a:solidFill>
                  <a:schemeClr val="accent6"/>
                </a:solidFill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101" name="Textebene 1…"/>
          <p:cNvSpPr txBox="1"/>
          <p:nvPr>
            <p:ph type="body" sz="quarter" idx="1" hasCustomPrompt="1"/>
          </p:nvPr>
        </p:nvSpPr>
        <p:spPr>
          <a:xfrm>
            <a:off x="2088435" y="6720284"/>
            <a:ext cx="10972801" cy="5467169"/>
          </a:xfrm>
          <a:prstGeom prst="rect">
            <a:avLst/>
          </a:prstGeom>
        </p:spPr>
        <p:txBody>
          <a:bodyPr anchor="t"/>
          <a:lstStyle>
            <a:lvl1pPr marL="63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1270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190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2540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3175000" indent="-635000" algn="l" defTabSz="355600">
              <a:lnSpc>
                <a:spcPct val="100000"/>
              </a:lnSpc>
              <a:spcBef>
                <a:spcPts val="4300"/>
              </a:spcBef>
              <a:buSzPct val="100000"/>
              <a:buBlip>
                <a:blip r:embed="rId2"/>
              </a:buBlip>
              <a:defRPr spc="36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2" name="Linien"/>
          <p:cNvSpPr/>
          <p:nvPr/>
        </p:nvSpPr>
        <p:spPr>
          <a:xfrm flipV="1">
            <a:off x="762000" y="952499"/>
            <a:ext cx="22860003" cy="2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03" name="Linien"/>
          <p:cNvSpPr/>
          <p:nvPr/>
        </p:nvSpPr>
        <p:spPr>
          <a:xfrm>
            <a:off x="762000" y="12598400"/>
            <a:ext cx="22860001" cy="0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04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el des Abschnitts"/>
          <p:cNvSpPr txBox="1"/>
          <p:nvPr>
            <p:ph type="title" hasCustomPrompt="1"/>
          </p:nvPr>
        </p:nvSpPr>
        <p:spPr>
          <a:xfrm>
            <a:off x="2086106" y="4292600"/>
            <a:ext cx="20205701" cy="56515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/>
            <a:r>
              <a:t>Titel des Abschnitts</a:t>
            </a:r>
          </a:p>
        </p:txBody>
      </p:sp>
      <p:sp>
        <p:nvSpPr>
          <p:cNvPr id="112" name="Linien"/>
          <p:cNvSpPr/>
          <p:nvPr/>
        </p:nvSpPr>
        <p:spPr>
          <a:xfrm flipV="1">
            <a:off x="762000" y="952499"/>
            <a:ext cx="22860001" cy="2"/>
          </a:xfrm>
          <a:prstGeom prst="line">
            <a:avLst/>
          </a:prstGeom>
          <a:ln w="76200">
            <a:solidFill>
              <a:schemeClr val="accent5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13" name="Linien"/>
          <p:cNvSpPr/>
          <p:nvPr/>
        </p:nvSpPr>
        <p:spPr>
          <a:xfrm>
            <a:off x="762000" y="12598400"/>
            <a:ext cx="22860001" cy="0"/>
          </a:xfrm>
          <a:prstGeom prst="line">
            <a:avLst/>
          </a:prstGeom>
          <a:ln w="76200">
            <a:solidFill>
              <a:schemeClr val="accent5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14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ur Titel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Linien"/>
          <p:cNvSpPr/>
          <p:nvPr/>
        </p:nvSpPr>
        <p:spPr>
          <a:xfrm flipV="1">
            <a:off x="762000" y="952499"/>
            <a:ext cx="22860003" cy="2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22" name="Linien"/>
          <p:cNvSpPr/>
          <p:nvPr/>
        </p:nvSpPr>
        <p:spPr>
          <a:xfrm>
            <a:off x="757217" y="12603828"/>
            <a:ext cx="22862943" cy="1"/>
          </a:xfrm>
          <a:prstGeom prst="line">
            <a:avLst/>
          </a:prstGeom>
          <a:ln w="762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23" name="Folientitel"/>
          <p:cNvSpPr txBox="1"/>
          <p:nvPr>
            <p:ph type="title" hasCustomPrompt="1"/>
          </p:nvPr>
        </p:nvSpPr>
        <p:spPr>
          <a:xfrm>
            <a:off x="2082800" y="1282700"/>
            <a:ext cx="20205700" cy="1651000"/>
          </a:xfrm>
          <a:prstGeom prst="rect">
            <a:avLst/>
          </a:prstGeom>
        </p:spPr>
        <p:txBody>
          <a:bodyPr/>
          <a:lstStyle>
            <a:lvl1pPr>
              <a:defRPr spc="270" sz="9000">
                <a:solidFill>
                  <a:schemeClr val="accent6"/>
                </a:solidFill>
              </a:defRPr>
            </a:lvl1pPr>
          </a:lstStyle>
          <a:p>
            <a:pPr/>
            <a:r>
              <a:t>Folientitel</a:t>
            </a:r>
          </a:p>
        </p:txBody>
      </p:sp>
      <p:sp>
        <p:nvSpPr>
          <p:cNvPr id="124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enda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genda-Untertitel"/>
          <p:cNvSpPr txBox="1"/>
          <p:nvPr>
            <p:ph type="body" sz="quarter" idx="21" hasCustomPrompt="1"/>
          </p:nvPr>
        </p:nvSpPr>
        <p:spPr>
          <a:xfrm>
            <a:off x="2082800" y="2795091"/>
            <a:ext cx="20205700" cy="605029"/>
          </a:xfrm>
          <a:prstGeom prst="rect">
            <a:avLst/>
          </a:prstGeom>
        </p:spPr>
        <p:txBody>
          <a:bodyPr lIns="0" tIns="0" rIns="0" bIns="0" anchor="ctr"/>
          <a:lstStyle>
            <a:lvl1pPr defTabSz="572516">
              <a:defRPr spc="105" sz="3528">
                <a:solidFill>
                  <a:srgbClr val="8AACB9"/>
                </a:solidFill>
              </a:defRPr>
            </a:lvl1pPr>
          </a:lstStyle>
          <a:p>
            <a:pPr/>
            <a:r>
              <a:t>Agenda-Untertitel</a:t>
            </a:r>
          </a:p>
        </p:txBody>
      </p:sp>
      <p:sp>
        <p:nvSpPr>
          <p:cNvPr id="132" name="Textebene 1…"/>
          <p:cNvSpPr txBox="1"/>
          <p:nvPr>
            <p:ph type="body" idx="1" hasCustomPrompt="1"/>
          </p:nvPr>
        </p:nvSpPr>
        <p:spPr>
          <a:xfrm>
            <a:off x="2082800" y="4055764"/>
            <a:ext cx="20205700" cy="6731001"/>
          </a:xfrm>
          <a:prstGeom prst="rect">
            <a:avLst/>
          </a:prstGeom>
        </p:spPr>
        <p:txBody>
          <a:bodyPr anchor="t"/>
          <a:lstStyle>
            <a:lvl1pPr marL="177800" indent="-177800" defTabSz="2641600">
              <a:lnSpc>
                <a:spcPct val="100000"/>
              </a:lnSpc>
              <a:spcBef>
                <a:spcPts val="4400"/>
              </a:spcBef>
              <a:tabLst>
                <a:tab pos="5384800" algn="l"/>
              </a:tabLst>
              <a:defRPr spc="0" sz="5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177800" indent="279400" defTabSz="2641600">
              <a:lnSpc>
                <a:spcPct val="100000"/>
              </a:lnSpc>
              <a:spcBef>
                <a:spcPts val="4400"/>
              </a:spcBef>
              <a:tabLst>
                <a:tab pos="5384800" algn="l"/>
              </a:tabLst>
              <a:defRPr spc="0" sz="5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177800" indent="736600" defTabSz="2641600">
              <a:lnSpc>
                <a:spcPct val="100000"/>
              </a:lnSpc>
              <a:spcBef>
                <a:spcPts val="4400"/>
              </a:spcBef>
              <a:tabLst>
                <a:tab pos="5384800" algn="l"/>
              </a:tabLst>
              <a:defRPr spc="0" sz="5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177800" indent="1193800" defTabSz="2641600">
              <a:lnSpc>
                <a:spcPct val="100000"/>
              </a:lnSpc>
              <a:spcBef>
                <a:spcPts val="4400"/>
              </a:spcBef>
              <a:tabLst>
                <a:tab pos="5384800" algn="l"/>
              </a:tabLst>
              <a:defRPr spc="0" sz="5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177800" indent="1651000" defTabSz="2641600">
              <a:lnSpc>
                <a:spcPct val="100000"/>
              </a:lnSpc>
              <a:spcBef>
                <a:spcPts val="4400"/>
              </a:spcBef>
              <a:tabLst>
                <a:tab pos="5384800" algn="l"/>
              </a:tabLst>
              <a:defRPr spc="0" sz="5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pPr/>
            <a:r>
              <a:t>Agendathemen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3" name="Agenda-Titel"/>
          <p:cNvSpPr txBox="1"/>
          <p:nvPr>
            <p:ph type="title" hasCustomPrompt="1"/>
          </p:nvPr>
        </p:nvSpPr>
        <p:spPr>
          <a:xfrm>
            <a:off x="2082800" y="1282700"/>
            <a:ext cx="20205700" cy="1651000"/>
          </a:xfrm>
          <a:prstGeom prst="rect">
            <a:avLst/>
          </a:prstGeom>
        </p:spPr>
        <p:txBody>
          <a:bodyPr/>
          <a:lstStyle>
            <a:lvl1pPr>
              <a:defRPr spc="270" sz="9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</a:lstStyle>
          <a:p>
            <a:pPr/>
            <a:r>
              <a:t>Agenda-Titel</a:t>
            </a:r>
          </a:p>
        </p:txBody>
      </p:sp>
      <p:sp>
        <p:nvSpPr>
          <p:cNvPr id="134" name="Linien"/>
          <p:cNvSpPr/>
          <p:nvPr/>
        </p:nvSpPr>
        <p:spPr>
          <a:xfrm>
            <a:off x="757217" y="12603828"/>
            <a:ext cx="22862943" cy="1"/>
          </a:xfrm>
          <a:prstGeom prst="line">
            <a:avLst/>
          </a:pr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35" name="Linien"/>
          <p:cNvSpPr/>
          <p:nvPr/>
        </p:nvSpPr>
        <p:spPr>
          <a:xfrm flipV="1">
            <a:off x="762000" y="952499"/>
            <a:ext cx="22860001" cy="2"/>
          </a:xfrm>
          <a:prstGeom prst="line">
            <a:avLst/>
          </a:pr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36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ufstellung">
    <p:bg>
      <p:bgPr>
        <a:solidFill>
          <a:srgbClr val="F3F5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ebene 1…"/>
          <p:cNvSpPr txBox="1"/>
          <p:nvPr>
            <p:ph type="body" sz="half" idx="1" hasCustomPrompt="1"/>
          </p:nvPr>
        </p:nvSpPr>
        <p:spPr>
          <a:xfrm>
            <a:off x="2082800" y="4337484"/>
            <a:ext cx="20205700" cy="469900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cap="all" spc="270" sz="9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>
              <a:lnSpc>
                <a:spcPct val="90000"/>
              </a:lnSpc>
              <a:defRPr cap="all" spc="270" sz="9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>
              <a:lnSpc>
                <a:spcPct val="90000"/>
              </a:lnSpc>
              <a:defRPr cap="all" spc="270" sz="9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>
              <a:lnSpc>
                <a:spcPct val="90000"/>
              </a:lnSpc>
              <a:defRPr cap="all" spc="270" sz="9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>
              <a:lnSpc>
                <a:spcPct val="90000"/>
              </a:lnSpc>
              <a:defRPr cap="all" spc="270" sz="9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pPr/>
            <a:r>
              <a:t>Aufstellung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4" name="Linien"/>
          <p:cNvSpPr/>
          <p:nvPr/>
        </p:nvSpPr>
        <p:spPr>
          <a:xfrm>
            <a:off x="766879" y="952500"/>
            <a:ext cx="22850242" cy="0"/>
          </a:xfrm>
          <a:prstGeom prst="line">
            <a:avLst/>
          </a:pr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45" name="Linien"/>
          <p:cNvSpPr/>
          <p:nvPr/>
        </p:nvSpPr>
        <p:spPr>
          <a:xfrm>
            <a:off x="757217" y="12603828"/>
            <a:ext cx="22862943" cy="1"/>
          </a:xfrm>
          <a:prstGeom prst="line">
            <a:avLst/>
          </a:pr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46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akt (groß)">
    <p:bg>
      <p:bgPr>
        <a:solidFill>
          <a:srgbClr val="F3F5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ebene 1…"/>
          <p:cNvSpPr txBox="1"/>
          <p:nvPr>
            <p:ph type="body" idx="1" hasCustomPrompt="1"/>
          </p:nvPr>
        </p:nvSpPr>
        <p:spPr>
          <a:xfrm>
            <a:off x="2082800" y="1509784"/>
            <a:ext cx="20205700" cy="685229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cap="all" spc="750" sz="25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>
              <a:lnSpc>
                <a:spcPct val="90000"/>
              </a:lnSpc>
              <a:defRPr cap="all" spc="750" sz="25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>
              <a:lnSpc>
                <a:spcPct val="90000"/>
              </a:lnSpc>
              <a:defRPr cap="all" spc="750" sz="25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>
              <a:lnSpc>
                <a:spcPct val="90000"/>
              </a:lnSpc>
              <a:defRPr cap="all" spc="750" sz="25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>
              <a:lnSpc>
                <a:spcPct val="90000"/>
              </a:lnSpc>
              <a:defRPr cap="all" spc="750" sz="25000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4" name="Fakten"/>
          <p:cNvSpPr txBox="1"/>
          <p:nvPr>
            <p:ph type="body" sz="quarter" idx="21" hasCustomPrompt="1"/>
          </p:nvPr>
        </p:nvSpPr>
        <p:spPr>
          <a:xfrm>
            <a:off x="2082800" y="8407994"/>
            <a:ext cx="20205700" cy="694056"/>
          </a:xfrm>
          <a:prstGeom prst="rect">
            <a:avLst/>
          </a:prstGeom>
        </p:spPr>
        <p:txBody>
          <a:bodyPr anchor="t"/>
          <a:lstStyle>
            <a:lvl1pPr defTabSz="572516">
              <a:defRPr spc="102" sz="3430">
                <a:solidFill>
                  <a:schemeClr val="accent1"/>
                </a:solidFill>
              </a:defRPr>
            </a:lvl1pPr>
          </a:lstStyle>
          <a:p>
            <a:pPr/>
            <a:r>
              <a:t>Fakten</a:t>
            </a:r>
          </a:p>
        </p:txBody>
      </p:sp>
      <p:sp>
        <p:nvSpPr>
          <p:cNvPr id="155" name="Linien"/>
          <p:cNvSpPr/>
          <p:nvPr/>
        </p:nvSpPr>
        <p:spPr>
          <a:xfrm flipV="1">
            <a:off x="762000" y="952499"/>
            <a:ext cx="22860001" cy="2"/>
          </a:xfrm>
          <a:prstGeom prst="line">
            <a:avLst/>
          </a:pr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56" name="Linien"/>
          <p:cNvSpPr/>
          <p:nvPr/>
        </p:nvSpPr>
        <p:spPr>
          <a:xfrm>
            <a:off x="766879" y="12598400"/>
            <a:ext cx="22850242" cy="0"/>
          </a:xfrm>
          <a:prstGeom prst="line">
            <a:avLst/>
          </a:prstGeom>
          <a:ln w="762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57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Zitat">
    <p:bg>
      <p:bgPr>
        <a:solidFill>
          <a:srgbClr val="FF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Quellenangabe"/>
          <p:cNvSpPr txBox="1"/>
          <p:nvPr>
            <p:ph type="body" sz="quarter" idx="21" hasCustomPrompt="1"/>
          </p:nvPr>
        </p:nvSpPr>
        <p:spPr>
          <a:xfrm>
            <a:off x="2088436" y="11375561"/>
            <a:ext cx="20207127" cy="706629"/>
          </a:xfrm>
          <a:prstGeom prst="rect">
            <a:avLst/>
          </a:prstGeom>
        </p:spPr>
        <p:txBody>
          <a:bodyPr anchor="t"/>
          <a:lstStyle>
            <a:lvl1pPr defTabSz="572516">
              <a:defRPr spc="105" sz="3528">
                <a:solidFill>
                  <a:schemeClr val="accent1"/>
                </a:solidFill>
              </a:defRPr>
            </a:lvl1pPr>
          </a:lstStyle>
          <a:p>
            <a:pPr/>
            <a:r>
              <a:t>Quellenangabe</a:t>
            </a:r>
          </a:p>
        </p:txBody>
      </p:sp>
      <p:sp>
        <p:nvSpPr>
          <p:cNvPr id="165" name="Linien"/>
          <p:cNvSpPr/>
          <p:nvPr/>
        </p:nvSpPr>
        <p:spPr>
          <a:xfrm flipV="1">
            <a:off x="762000" y="952499"/>
            <a:ext cx="22860001" cy="2"/>
          </a:xfrm>
          <a:prstGeom prst="line">
            <a:avLst/>
          </a:prstGeom>
          <a:ln w="76200">
            <a:solidFill>
              <a:schemeClr val="accent1">
                <a:satOff val="36598"/>
                <a:lumOff val="-1722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66" name="Linien"/>
          <p:cNvSpPr/>
          <p:nvPr/>
        </p:nvSpPr>
        <p:spPr>
          <a:xfrm>
            <a:off x="762000" y="12598400"/>
            <a:ext cx="22860001" cy="0"/>
          </a:xfrm>
          <a:prstGeom prst="line">
            <a:avLst/>
          </a:prstGeom>
          <a:ln w="76200">
            <a:solidFill>
              <a:schemeClr val="accent1">
                <a:satOff val="36598"/>
                <a:lumOff val="-1722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167" name="Textebene 1…"/>
          <p:cNvSpPr txBox="1"/>
          <p:nvPr>
            <p:ph type="body" sz="half" idx="1" hasCustomPrompt="1"/>
          </p:nvPr>
        </p:nvSpPr>
        <p:spPr>
          <a:xfrm>
            <a:off x="2088436" y="4298870"/>
            <a:ext cx="20207128" cy="469900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cap="all" spc="190" sz="9500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>
              <a:lnSpc>
                <a:spcPct val="90000"/>
              </a:lnSpc>
              <a:defRPr cap="all" spc="190" sz="9500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>
              <a:lnSpc>
                <a:spcPct val="90000"/>
              </a:lnSpc>
              <a:defRPr cap="all" spc="190" sz="9500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>
              <a:lnSpc>
                <a:spcPct val="90000"/>
              </a:lnSpc>
              <a:defRPr cap="all" spc="190" sz="9500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>
              <a:lnSpc>
                <a:spcPct val="90000"/>
              </a:lnSpc>
              <a:defRPr cap="all" spc="190" sz="9500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pPr/>
            <a:r>
              <a:t>„Bemerkenswert“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68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 - 3 Stück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osafarbene Schreibmaschine auf einer rosafarbenen Kommode mit drei Schubladen vor einer rosafarbenen Wand"/>
          <p:cNvSpPr/>
          <p:nvPr>
            <p:ph type="pic" idx="21"/>
          </p:nvPr>
        </p:nvSpPr>
        <p:spPr>
          <a:xfrm>
            <a:off x="-609600" y="431800"/>
            <a:ext cx="21514742" cy="12103100"/>
          </a:xfrm>
          <a:prstGeom prst="rect">
            <a:avLst/>
          </a:prstGeom>
          <a:ln w="1143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76" name="Helltürkisfarbenes Kassettenband auf einem rosafarbenen Hintergrund"/>
          <p:cNvSpPr/>
          <p:nvPr>
            <p:ph type="pic" sz="quarter" idx="22"/>
          </p:nvPr>
        </p:nvSpPr>
        <p:spPr>
          <a:xfrm>
            <a:off x="15836900" y="-203200"/>
            <a:ext cx="7747000" cy="7747000"/>
          </a:xfrm>
          <a:prstGeom prst="rect">
            <a:avLst/>
          </a:prstGeom>
          <a:ln w="1143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77" name="Kleine Retro-Uhr auf einem grünen Regal vor gelbem Hintergrund"/>
          <p:cNvSpPr/>
          <p:nvPr>
            <p:ph type="pic" idx="23"/>
          </p:nvPr>
        </p:nvSpPr>
        <p:spPr>
          <a:xfrm>
            <a:off x="10769600" y="-6083300"/>
            <a:ext cx="17881600" cy="23842133"/>
          </a:xfrm>
          <a:prstGeom prst="rect">
            <a:avLst/>
          </a:prstGeom>
          <a:ln w="1143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78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oto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Vier Retro-Fernseher in einer Reihe in leuchtenden Farben: Rosa, Blau, Orange und Grün"/>
          <p:cNvSpPr/>
          <p:nvPr>
            <p:ph type="pic" idx="21"/>
          </p:nvPr>
        </p:nvSpPr>
        <p:spPr>
          <a:xfrm>
            <a:off x="760214" y="279400"/>
            <a:ext cx="22863633" cy="12866707"/>
          </a:xfrm>
          <a:prstGeom prst="rect">
            <a:avLst/>
          </a:prstGeom>
          <a:ln w="1143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86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r">
    <p:bg>
      <p:bgPr>
        <a:solidFill>
          <a:srgbClr val="FF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Foliennummer"/>
          <p:cNvSpPr txBox="1"/>
          <p:nvPr>
            <p:ph type="sldNum" sz="quarter" idx="2"/>
          </p:nvPr>
        </p:nvSpPr>
        <p:spPr>
          <a:xfrm>
            <a:off x="11979148" y="12875006"/>
            <a:ext cx="438405" cy="482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der Präsentation"/>
          <p:cNvSpPr txBox="1"/>
          <p:nvPr>
            <p:ph type="title" hasCustomPrompt="1"/>
          </p:nvPr>
        </p:nvSpPr>
        <p:spPr>
          <a:xfrm>
            <a:off x="2082800" y="4902200"/>
            <a:ext cx="20205700" cy="391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Titel der Präsentation</a:t>
            </a:r>
          </a:p>
        </p:txBody>
      </p:sp>
      <p:sp>
        <p:nvSpPr>
          <p:cNvPr id="3" name="Textebene 1…"/>
          <p:cNvSpPr txBox="1"/>
          <p:nvPr>
            <p:ph type="body" idx="1" hasCustomPrompt="1"/>
          </p:nvPr>
        </p:nvSpPr>
        <p:spPr>
          <a:xfrm>
            <a:off x="2082800" y="3495675"/>
            <a:ext cx="20205700" cy="1614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Linien"/>
          <p:cNvSpPr/>
          <p:nvPr/>
        </p:nvSpPr>
        <p:spPr>
          <a:xfrm flipV="1">
            <a:off x="766879" y="12048066"/>
            <a:ext cx="22850240" cy="12701"/>
          </a:xfrm>
          <a:prstGeom prst="line">
            <a:avLst/>
          </a:prstGeom>
          <a:ln w="76200">
            <a:solidFill>
              <a:schemeClr val="accent1">
                <a:satOff val="36598"/>
                <a:lumOff val="-1722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5" name="Linien"/>
          <p:cNvSpPr/>
          <p:nvPr/>
        </p:nvSpPr>
        <p:spPr>
          <a:xfrm>
            <a:off x="766879" y="952500"/>
            <a:ext cx="22850242" cy="0"/>
          </a:xfrm>
          <a:prstGeom prst="line">
            <a:avLst/>
          </a:prstGeom>
          <a:ln w="76200">
            <a:solidFill>
              <a:schemeClr val="accent1">
                <a:satOff val="36598"/>
                <a:lumOff val="-1722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6" name="Linien"/>
          <p:cNvSpPr/>
          <p:nvPr/>
        </p:nvSpPr>
        <p:spPr>
          <a:xfrm flipV="1">
            <a:off x="6527799" y="12034558"/>
            <a:ext cx="1" cy="1114983"/>
          </a:xfrm>
          <a:prstGeom prst="line">
            <a:avLst/>
          </a:prstGeom>
          <a:ln w="76200">
            <a:solidFill>
              <a:schemeClr val="accent1">
                <a:satOff val="36598"/>
                <a:lumOff val="-1722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7" name="Linien"/>
          <p:cNvSpPr/>
          <p:nvPr/>
        </p:nvSpPr>
        <p:spPr>
          <a:xfrm flipV="1">
            <a:off x="17856201" y="12034558"/>
            <a:ext cx="1" cy="1114983"/>
          </a:xfrm>
          <a:prstGeom prst="line">
            <a:avLst/>
          </a:prstGeom>
          <a:ln w="76200">
            <a:solidFill>
              <a:schemeClr val="accent1">
                <a:satOff val="36598"/>
                <a:lumOff val="-1722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pc="0" sz="3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</a:p>
        </p:txBody>
      </p:sp>
      <p:sp>
        <p:nvSpPr>
          <p:cNvPr id="8" name="Foliennummer"/>
          <p:cNvSpPr txBox="1"/>
          <p:nvPr>
            <p:ph type="sldNum" sz="quarter" idx="2"/>
          </p:nvPr>
        </p:nvSpPr>
        <p:spPr>
          <a:xfrm>
            <a:off x="11977624" y="12875006"/>
            <a:ext cx="438405" cy="482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spcBef>
                <a:spcPts val="0"/>
              </a:spcBef>
              <a:defRPr b="0" spc="0" sz="2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30" strike="noStrike" sz="11000" u="none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30" strike="noStrike" sz="11000" u="none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30" strike="noStrike" sz="11000" u="none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30" strike="noStrike" sz="11000" u="none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30" strike="noStrike" sz="11000" u="none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30" strike="noStrike" sz="11000" u="none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30" strike="noStrike" sz="11000" u="none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30" strike="noStrike" sz="11000" u="none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330" strike="noStrike" sz="11000" u="none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9pPr>
    </p:titleStyle>
    <p:bodyStyle>
      <a:lvl1pPr marL="0" marR="0" indent="0" algn="ctr" defTabSz="5842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107" strike="noStrike" sz="3600" u="none">
          <a:solidFill>
            <a:schemeClr val="accent5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107" strike="noStrike" sz="3600" u="none">
          <a:solidFill>
            <a:schemeClr val="accent5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107" strike="noStrike" sz="3600" u="none">
          <a:solidFill>
            <a:schemeClr val="accent5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107" strike="noStrike" sz="3600" u="none">
          <a:solidFill>
            <a:schemeClr val="accent5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107" strike="noStrike" sz="3600" u="none">
          <a:solidFill>
            <a:schemeClr val="accent5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107" strike="noStrike" sz="3600" u="none">
          <a:solidFill>
            <a:schemeClr val="accent5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107" strike="noStrike" sz="3600" u="none">
          <a:solidFill>
            <a:schemeClr val="accent5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107" strike="noStrike" sz="3600" u="none">
          <a:solidFill>
            <a:schemeClr val="accent5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107" strike="noStrike" sz="3600" u="none">
          <a:solidFill>
            <a:schemeClr val="accent5"/>
          </a:solidFill>
          <a:uFillTx/>
          <a:latin typeface="+mn-lt"/>
          <a:ea typeface="+mn-ea"/>
          <a:cs typeface="+mn-cs"/>
          <a:sym typeface="Avenir N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kaggle.com/datasets/mlg-ulb/creditcardfraud/data" TargetMode="External"/><Relationship Id="rId3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nilsonreport.com/articles/card-fraud-losses-worldwide-in-2023/?utm_source=chatgpt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H Deggendorf MW-I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 Deggendorf MW-I</a:t>
            </a:r>
          </a:p>
        </p:txBody>
      </p:sp>
      <p:sp>
        <p:nvSpPr>
          <p:cNvPr id="203" name="10.11.2025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10.11.2025</a:t>
            </a:r>
          </a:p>
        </p:txBody>
      </p:sp>
      <p:sp>
        <p:nvSpPr>
          <p:cNvPr id="204" name="Kapfinger Simon &amp; Wittwer Jonas"/>
          <p:cNvSpPr txBox="1"/>
          <p:nvPr>
            <p:ph type="body" idx="2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Kapfinger Simon &amp; Wittwer Jonas</a:t>
            </a:r>
          </a:p>
        </p:txBody>
      </p:sp>
      <p:sp>
        <p:nvSpPr>
          <p:cNvPr id="205" name="Credit Card Fraud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Credit Card Fraud</a:t>
            </a:r>
          </a:p>
        </p:txBody>
      </p:sp>
      <p:sp>
        <p:nvSpPr>
          <p:cNvPr id="206" name="KI und theoretische Informatik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KI und theoretische Informatik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roblem &amp; Ziel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711200" indent="-711200">
              <a:buClr>
                <a:srgbClr val="5E5E5E"/>
              </a:buClr>
              <a:buAutoNum type="arabicPeriod" startAt="1"/>
            </a:pPr>
            <a:r>
              <a:t>Problem &amp; Ziel</a:t>
            </a:r>
          </a:p>
          <a:p>
            <a:pPr marL="711200" indent="-711200">
              <a:buClr>
                <a:srgbClr val="5E5E5E"/>
              </a:buClr>
              <a:buAutoNum type="arabicPeriod" startAt="1"/>
            </a:pPr>
            <a:r>
              <a:t>Datensatz</a:t>
            </a:r>
          </a:p>
          <a:p>
            <a:pPr marL="711200" indent="-711200">
              <a:buClr>
                <a:srgbClr val="5E5E5E"/>
              </a:buClr>
              <a:buAutoNum type="arabicPeriod" startAt="1"/>
            </a:pPr>
            <a:r>
              <a:t>Nächste Schritte &amp; Fragen</a:t>
            </a:r>
          </a:p>
          <a:p>
            <a:pPr marL="711200" indent="-711200">
              <a:buClr>
                <a:srgbClr val="5E5E5E"/>
              </a:buClr>
              <a:buAutoNum type="arabicPeriod" startAt="1"/>
            </a:pPr>
            <a:r>
              <a:t>Literaturnachweise</a:t>
            </a:r>
          </a:p>
        </p:txBody>
      </p:sp>
      <p:sp>
        <p:nvSpPr>
          <p:cNvPr id="209" name="Gliederu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78358">
              <a:defRPr spc="267" sz="8910"/>
            </a:lvl1pPr>
          </a:lstStyle>
          <a:p>
            <a:pPr/>
            <a:r>
              <a:t>Gliederung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1. Problem &amp; Zi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1. Problem &amp; Ziel</a:t>
            </a:r>
          </a:p>
        </p:txBody>
      </p:sp>
      <p:sp>
        <p:nvSpPr>
          <p:cNvPr id="212" name="Problem: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pc="37" sz="3700"/>
            </a:pPr>
            <a:r>
              <a:t>Problem:</a:t>
            </a:r>
          </a:p>
          <a:p>
            <a:pPr>
              <a:buClr>
                <a:srgbClr val="5E5E5E"/>
              </a:buClr>
              <a:buSzPct val="170000"/>
              <a:buChar char="•"/>
              <a:defRPr b="0"/>
            </a:pPr>
            <a:r>
              <a:t>Kreditkartenbetrug ist selten, verursacht aber hohe Kosten!</a:t>
            </a:r>
          </a:p>
          <a:p>
            <a:pPr>
              <a:buClr>
                <a:srgbClr val="5E5E5E"/>
              </a:buClr>
              <a:buSzPct val="170000"/>
              <a:buChar char="•"/>
              <a:defRPr b="0"/>
            </a:pPr>
            <a:r>
              <a:t>bestehende Modelle lösen zu häufig Fehlalarme aus und übersehen echte Fälle!</a:t>
            </a:r>
          </a:p>
        </p:txBody>
      </p:sp>
      <p:pic>
        <p:nvPicPr>
          <p:cNvPr id="213" name="credit-card-fraud.jpeg" descr="credit-card-fraud.jpe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3660716" y="4077609"/>
            <a:ext cx="9924609" cy="5586137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33,83 Mrd. $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defTabSz="525779">
              <a:defRPr spc="675" sz="22500"/>
            </a:lvl1pPr>
          </a:lstStyle>
          <a:p>
            <a:pPr/>
            <a:r>
              <a:t>33,83 Mrd. $</a:t>
            </a:r>
          </a:p>
        </p:txBody>
      </p:sp>
      <p:sp>
        <p:nvSpPr>
          <p:cNvPr id="216" name="2023 verursachter Kreditkartenbetru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2023 verursachter Kreditkartenbetrug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1. Problem &amp; Zi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1. Problem &amp; Ziel</a:t>
            </a:r>
          </a:p>
        </p:txBody>
      </p:sp>
      <p:sp>
        <p:nvSpPr>
          <p:cNvPr id="219" name="Ziel: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pc="37" sz="3700"/>
            </a:pPr>
            <a:r>
              <a:t>Ziel:</a:t>
            </a:r>
          </a:p>
          <a:p>
            <a:pPr>
              <a:buClr>
                <a:srgbClr val="5E5E5E"/>
              </a:buClr>
              <a:buSzPct val="170000"/>
              <a:buChar char="•"/>
              <a:defRPr b="0"/>
            </a:pPr>
            <a:r>
              <a:t>Verdächtige Zahlungen früh und automatisch markieren</a:t>
            </a:r>
          </a:p>
          <a:p>
            <a:pPr>
              <a:buClr>
                <a:srgbClr val="5E5E5E"/>
              </a:buClr>
              <a:buSzPct val="170000"/>
              <a:buChar char="•"/>
              <a:defRPr b="0"/>
            </a:pPr>
            <a:r>
              <a:t>möglichst viele echte Betrugsfälle finden</a:t>
            </a:r>
          </a:p>
        </p:txBody>
      </p:sp>
      <p:pic>
        <p:nvPicPr>
          <p:cNvPr id="220" name="credit-card-fraud.jpeg" descr="credit-card-fraud.jpe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3660716" y="4077609"/>
            <a:ext cx="9924608" cy="5586137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2. Datensatz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2. Datensatz</a:t>
            </a:r>
          </a:p>
        </p:txBody>
      </p:sp>
      <p:sp>
        <p:nvSpPr>
          <p:cNvPr id="223" name="Kaggle - Credit Card Fraud Detection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pc="37" sz="3700"/>
            </a:pPr>
            <a:r>
              <a:t>Kaggle - Credit Card Fraud Detection</a:t>
            </a:r>
          </a:p>
          <a:p>
            <a:pPr marL="0" indent="0">
              <a:buSzTx/>
              <a:buNone/>
              <a:defRPr spc="37" sz="3700" u="sng"/>
            </a:pPr>
            <a:r>
              <a:t>Redirect:</a:t>
            </a:r>
          </a:p>
          <a:p>
            <a:pPr marL="0" indent="0">
              <a:spcBef>
                <a:spcPts val="1000"/>
              </a:spcBef>
              <a:buSzTx/>
              <a:buNone/>
              <a:defRPr spc="37" sz="3700"/>
            </a:pPr>
            <a:r>
              <a:rPr u="sng">
                <a:hlinkClick r:id="rId2" invalidUrl="" action="" tgtFrame="" tooltip="" history="1" highlightClick="0" endSnd="0"/>
              </a:rPr>
              <a:t>https://www.kaggle.com/datasets/mlg-ulb/creditcardfraud/data</a:t>
            </a:r>
          </a:p>
        </p:txBody>
      </p:sp>
      <p:pic>
        <p:nvPicPr>
          <p:cNvPr id="224" name="dataset-card.jpg" descr="dataset-card.jpg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13660716" y="1908373"/>
            <a:ext cx="9924608" cy="9924609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2. Datensatz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2. Datensatz</a:t>
            </a:r>
          </a:p>
        </p:txBody>
      </p:sp>
      <p:sp>
        <p:nvSpPr>
          <p:cNvPr id="227" name="Kaggle - Credit Card Fraud Detection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pc="37" sz="3700"/>
            </a:pPr>
            <a:r>
              <a:t>Kaggle - Credit Card Fraud Detection</a:t>
            </a:r>
          </a:p>
          <a:p>
            <a:pPr marL="0" indent="0">
              <a:buSzTx/>
              <a:buNone/>
              <a:defRPr spc="37" sz="3700" u="sng"/>
            </a:pPr>
            <a:r>
              <a:t>Sidefacts:</a:t>
            </a:r>
          </a:p>
          <a:p>
            <a:pPr marL="0" indent="0">
              <a:spcBef>
                <a:spcPts val="1000"/>
              </a:spcBef>
              <a:buSzTx/>
              <a:buNone/>
              <a:defRPr spc="37" sz="3700"/>
            </a:pPr>
            <a:r>
              <a:t>=&gt; Sept 2013</a:t>
            </a:r>
          </a:p>
          <a:p>
            <a:pPr marL="0" indent="0">
              <a:spcBef>
                <a:spcPts val="1000"/>
              </a:spcBef>
              <a:buSzTx/>
              <a:buNone/>
              <a:defRPr spc="37" sz="3700"/>
            </a:pPr>
            <a:r>
              <a:t>=&gt; EU-Karten</a:t>
            </a:r>
          </a:p>
          <a:p>
            <a:pPr marL="0" indent="0">
              <a:spcBef>
                <a:spcPts val="1000"/>
              </a:spcBef>
              <a:buSzTx/>
              <a:buNone/>
              <a:defRPr spc="37" sz="3700"/>
            </a:pPr>
            <a:r>
              <a:t>=&gt;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2 Tage</a:t>
            </a:r>
          </a:p>
        </p:txBody>
      </p:sp>
      <p:pic>
        <p:nvPicPr>
          <p:cNvPr id="228" name="dataset-card.jpg" descr="dataset-card.jp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3660716" y="1908373"/>
            <a:ext cx="9924608" cy="9924609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2. Datensatz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2. Datensatz</a:t>
            </a:r>
          </a:p>
        </p:txBody>
      </p:sp>
      <p:sp>
        <p:nvSpPr>
          <p:cNvPr id="231" name="Kaggle - Credit Card Fraud Detection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pc="37" sz="3700"/>
            </a:pPr>
            <a:r>
              <a:t>Kaggle - Credit Card Fraud Detection</a:t>
            </a:r>
          </a:p>
          <a:p>
            <a:pPr marL="0" indent="0">
              <a:buSzTx/>
              <a:buNone/>
              <a:defRPr spc="37" sz="3700" u="sng"/>
            </a:pPr>
            <a:r>
              <a:t>Sidefacts:</a:t>
            </a:r>
          </a:p>
          <a:p>
            <a:pPr marL="0" indent="0">
              <a:spcBef>
                <a:spcPts val="1000"/>
              </a:spcBef>
              <a:buSzTx/>
              <a:buNone/>
              <a:defRPr spc="37" sz="3700"/>
            </a:pPr>
            <a:r>
              <a:t>=&gt;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284 807</a:t>
            </a:r>
            <a:r>
              <a:t> Transaktionen</a:t>
            </a:r>
          </a:p>
          <a:p>
            <a:pPr marL="0" indent="0">
              <a:spcBef>
                <a:spcPts val="1000"/>
              </a:spcBef>
              <a:buSzTx/>
              <a:buNone/>
              <a:defRPr spc="37" sz="3700"/>
            </a:pPr>
            <a:r>
              <a:t>=&gt;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492</a:t>
            </a:r>
            <a:r>
              <a:t> Fraud-Fälle (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0,172 %)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indent="0">
              <a:spcBef>
                <a:spcPts val="1000"/>
              </a:spcBef>
              <a:buSzTx/>
              <a:buNone/>
              <a:defRPr spc="37" sz="3700"/>
            </a:pP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=&gt; anonymisiert</a:t>
            </a:r>
          </a:p>
        </p:txBody>
      </p:sp>
      <p:pic>
        <p:nvPicPr>
          <p:cNvPr id="232" name="dataset-card.jpg" descr="dataset-card.jp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3660716" y="1908373"/>
            <a:ext cx="9924608" cy="9924609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Bild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Bild</a:t>
            </a:r>
          </a:p>
        </p:txBody>
      </p:sp>
      <p:sp>
        <p:nvSpPr>
          <p:cNvPr id="235" name="Features (V1 - V28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Features (V1 - V28)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Bild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Bild</a:t>
            </a:r>
          </a:p>
        </p:txBody>
      </p:sp>
      <p:sp>
        <p:nvSpPr>
          <p:cNvPr id="238" name="Fraud (1 = Fraud, 0 = Legit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Fraud (1 = Fraud, 0 = Legit)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https://nilsonreport.com/articles/card-fraud-losses-worldwide-in-2023/?utm_source=chatgpt.com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rPr u="sng">
                <a:hlinkClick r:id="rId3" invalidUrl="" action="" tgtFrame="" tooltip="" history="1" highlightClick="0" endSnd="0"/>
              </a:rPr>
              <a:t>https://nilsonreport.com/articles/card-fraud-losses-worldwide-in-2023/?utm_source=chatgpt.com</a:t>
            </a:r>
          </a:p>
          <a:p>
            <a:pPr>
              <a:buBlip>
                <a:blip r:embed="rId2"/>
              </a:buBlip>
            </a:pPr>
            <a:r>
              <a:t>https://www.kaggle.com/datasets/mlg-ulb/creditcardfraud/data</a:t>
            </a:r>
          </a:p>
        </p:txBody>
      </p:sp>
      <p:sp>
        <p:nvSpPr>
          <p:cNvPr id="241" name="4 Literaturnachwei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78358">
              <a:defRPr spc="267" sz="8910"/>
            </a:lvl1pPr>
          </a:lstStyle>
          <a:p>
            <a:pPr/>
            <a:r>
              <a:t>4 Literaturnachweise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4_Briefing">
  <a:themeElements>
    <a:clrScheme name="24_Briefing">
      <a:dk1>
        <a:srgbClr val="1A5C71"/>
      </a:dk1>
      <a:lt1>
        <a:srgbClr val="54818F"/>
      </a:lt1>
      <a:dk2>
        <a:srgbClr val="5E5E5E"/>
      </a:dk2>
      <a:lt2>
        <a:srgbClr val="D5D5D5"/>
      </a:lt2>
      <a:accent1>
        <a:srgbClr val="54818F"/>
      </a:accent1>
      <a:accent2>
        <a:srgbClr val="308C8B"/>
      </a:accent2>
      <a:accent3>
        <a:srgbClr val="7A9105"/>
      </a:accent3>
      <a:accent4>
        <a:srgbClr val="C26E6A"/>
      </a:accent4>
      <a:accent5>
        <a:srgbClr val="E4E942"/>
      </a:accent5>
      <a:accent6>
        <a:srgbClr val="5B516A"/>
      </a:accent6>
      <a:hlink>
        <a:srgbClr val="0000FF"/>
      </a:hlink>
      <a:folHlink>
        <a:srgbClr val="FF00FF"/>
      </a:folHlink>
    </a:clrScheme>
    <a:fontScheme name="24_Briefing">
      <a:majorFont>
        <a:latin typeface="Avenir Next Regular"/>
        <a:ea typeface="Avenir Next Regular"/>
        <a:cs typeface="Avenir Next Regular"/>
      </a:majorFont>
      <a:minorFont>
        <a:latin typeface="Avenir Next Regular"/>
        <a:ea typeface="Avenir Next Regular"/>
        <a:cs typeface="Avenir Next Regular"/>
      </a:minorFont>
    </a:fontScheme>
    <a:fmtScheme name="24_Brief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76200" cap="flat">
          <a:solidFill>
            <a:schemeClr val="accent6">
              <a:hueOff val="61929"/>
              <a:satOff val="10820"/>
              <a:lumOff val="-8848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300"/>
          </a:spcBef>
          <a:spcAft>
            <a:spcPts val="0"/>
          </a:spcAft>
          <a:buClrTx/>
          <a:buSzTx/>
          <a:buFontTx/>
          <a:buNone/>
          <a:tabLst/>
          <a:defRPr b="1" baseline="0" cap="none" i="0" spc="36" strike="noStrike" sz="3600" u="none" kumimoji="0" normalizeH="0">
            <a:ln>
              <a:noFill/>
            </a:ln>
            <a:solidFill>
              <a:schemeClr val="accent1">
                <a:satOff val="36598"/>
                <a:lumOff val="-17227"/>
              </a:schemeClr>
            </a:solidFill>
            <a:effectLst/>
            <a:uFillTx/>
            <a:latin typeface="+mn-lt"/>
            <a:ea typeface="+mn-ea"/>
            <a:cs typeface="+mn-cs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4_Briefing">
  <a:themeElements>
    <a:clrScheme name="24_Briefing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54818F"/>
      </a:accent1>
      <a:accent2>
        <a:srgbClr val="308C8B"/>
      </a:accent2>
      <a:accent3>
        <a:srgbClr val="7A9105"/>
      </a:accent3>
      <a:accent4>
        <a:srgbClr val="C26E6A"/>
      </a:accent4>
      <a:accent5>
        <a:srgbClr val="E4E942"/>
      </a:accent5>
      <a:accent6>
        <a:srgbClr val="5B516A"/>
      </a:accent6>
      <a:hlink>
        <a:srgbClr val="0000FF"/>
      </a:hlink>
      <a:folHlink>
        <a:srgbClr val="FF00FF"/>
      </a:folHlink>
    </a:clrScheme>
    <a:fontScheme name="24_Briefing">
      <a:majorFont>
        <a:latin typeface="Avenir Next Regular"/>
        <a:ea typeface="Avenir Next Regular"/>
        <a:cs typeface="Avenir Next Regular"/>
      </a:majorFont>
      <a:minorFont>
        <a:latin typeface="Avenir Next Regular"/>
        <a:ea typeface="Avenir Next Regular"/>
        <a:cs typeface="Avenir Next Regular"/>
      </a:minorFont>
    </a:fontScheme>
    <a:fmtScheme name="24_Brief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76200" cap="flat">
          <a:solidFill>
            <a:schemeClr val="accent6">
              <a:hueOff val="61929"/>
              <a:satOff val="10820"/>
              <a:lumOff val="-8848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300"/>
          </a:spcBef>
          <a:spcAft>
            <a:spcPts val="0"/>
          </a:spcAft>
          <a:buClrTx/>
          <a:buSzTx/>
          <a:buFontTx/>
          <a:buNone/>
          <a:tabLst/>
          <a:defRPr b="1" baseline="0" cap="none" i="0" spc="36" strike="noStrike" sz="3600" u="none" kumimoji="0" normalizeH="0">
            <a:ln>
              <a:noFill/>
            </a:ln>
            <a:solidFill>
              <a:schemeClr val="accent1">
                <a:satOff val="36598"/>
                <a:lumOff val="-17227"/>
              </a:schemeClr>
            </a:solidFill>
            <a:effectLst/>
            <a:uFillTx/>
            <a:latin typeface="+mn-lt"/>
            <a:ea typeface="+mn-ea"/>
            <a:cs typeface="+mn-cs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